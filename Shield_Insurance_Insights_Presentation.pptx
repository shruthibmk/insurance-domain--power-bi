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D6BC4-42A2-4FFF-999D-2F2A5EF0F27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EDAB5-B08B-4BE1-BCC1-6418EBC65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EDAB5-B08B-4BE1-BCC1-6418EBC658B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925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3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5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91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1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6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6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9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4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4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6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97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2580149"/>
          </a:xfrm>
        </p:spPr>
        <p:txBody>
          <a:bodyPr>
            <a:normAutofit/>
          </a:bodyPr>
          <a:lstStyle/>
          <a:p>
            <a:pPr algn="ctr"/>
            <a:r>
              <a:rPr sz="4800" b="1" i="1" dirty="0">
                <a:solidFill>
                  <a:schemeClr val="tx2"/>
                </a:solidFill>
              </a:rPr>
              <a:t>Shield Insurance - Customer &amp; Revenue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          </a:t>
            </a:r>
            <a:r>
              <a:rPr dirty="0"/>
              <a:t>Performance Overview | Nov 2022 – Apr 2023</a:t>
            </a:r>
            <a:endParaRPr lang="en-IN" dirty="0"/>
          </a:p>
          <a:p>
            <a:r>
              <a:rPr lang="en-IN" dirty="0"/>
              <a:t>                                           </a:t>
            </a:r>
          </a:p>
          <a:p>
            <a:r>
              <a:rPr lang="en-IN" dirty="0"/>
              <a:t>                                                          SHRUTHI BHASKARAN    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• </a:t>
            </a:r>
            <a:r>
              <a:rPr dirty="0">
                <a:solidFill>
                  <a:schemeClr val="tx2"/>
                </a:solidFill>
              </a:rPr>
              <a:t>Total Revenue: ₹989.25M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Total Customers: 26,841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Peak Activity: </a:t>
            </a:r>
            <a:r>
              <a:rPr lang="en-IN" dirty="0">
                <a:solidFill>
                  <a:schemeClr val="tx2"/>
                </a:solidFill>
              </a:rPr>
              <a:t>March</a:t>
            </a:r>
            <a:r>
              <a:rPr dirty="0">
                <a:solidFill>
                  <a:schemeClr val="tx2"/>
                </a:solidFill>
              </a:rPr>
              <a:t> 2023 (7.1K customers</a:t>
            </a:r>
            <a:r>
              <a:rPr lang="en-IN" dirty="0">
                <a:solidFill>
                  <a:schemeClr val="tx2"/>
                </a:solidFill>
              </a:rPr>
              <a:t> with revenue ₹264M</a:t>
            </a:r>
            <a:r>
              <a:rPr dirty="0">
                <a:solidFill>
                  <a:schemeClr val="tx2"/>
                </a:solidFill>
              </a:rPr>
              <a:t>)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Top City: Delhi NCR (40% of total revenue)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Core Segment: Age 31–40 (31% of revenue)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City-Wise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Delhi NCR: ₹401.6M | 11,007 customers – Core growth market.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Mumbai: ₹239.5M | 6,432 customers – Strong mid-age segment.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Hyderabad: ₹160.5M | Balanced across age groups.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Chennai: ₹106.3M | Medium contribution, potential youth market.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Indore: ₹81.3M | Emerging Tier-2 city.</a:t>
            </a:r>
          </a:p>
          <a:p>
            <a:pPr>
              <a:defRPr sz="1800"/>
            </a:pP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Age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31–40 drives ₹311.1M – 32% of total revenue.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65+ has highest settlement ratio (27.97%) – high claim probability.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18–30 segment underpenetrated but low-risk – ideal for marketing focus.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Balanced middle-aged segments (41–65) ensure steady growth.</a:t>
            </a:r>
          </a:p>
          <a:p>
            <a:pPr>
              <a:defRPr sz="1800"/>
            </a:pP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Sales Mode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Offline-Agent channel dominates with ₹551M (56% of total revenue).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Online channels (App + Website) contribute ₹286M (28%) with strong growth.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Focus: Drive digital adoption for cost-efficient expansion.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1. Accelerate digital adoption via App/Website.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2. Expand presence in Indore and Tier-2 markets.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3. Customize senior-focused insurance products (65+).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4</a:t>
            </a:r>
            <a:r>
              <a:rPr sz="1800" dirty="0">
                <a:solidFill>
                  <a:schemeClr val="tx2"/>
                </a:solidFill>
              </a:rPr>
              <a:t>. </a:t>
            </a:r>
            <a:r>
              <a:rPr lang="en-US" sz="1800" dirty="0">
                <a:solidFill>
                  <a:schemeClr val="tx2"/>
                </a:solidFill>
              </a:rPr>
              <a:t>Motivate agents with performance-based rewards and recognition to   promote cross-selling and customer retention.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5. Launch loyalty programs for 31–50 age segment.</a:t>
            </a:r>
            <a:endParaRPr lang="en-IN" dirty="0">
              <a:solidFill>
                <a:schemeClr val="tx2"/>
              </a:solidFill>
            </a:endParaRP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Delhi NCR and 31–40 age group drive the business.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Digital channels gaining momentum – enhance scalability.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Settlement patterns suggest risk balancing strategies.</a:t>
            </a:r>
          </a:p>
          <a:p>
            <a:pPr>
              <a:defRPr sz="1800"/>
            </a:pPr>
            <a:r>
              <a:rPr dirty="0">
                <a:solidFill>
                  <a:schemeClr val="tx2"/>
                </a:solidFill>
              </a:rPr>
              <a:t>• Total Revenue: ₹989M | Customers: 26.8K | DRG: ₹5.47M | DCG: 148.29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Retrospect">
    <a:dk1>
      <a:sysClr val="windowText" lastClr="000000"/>
    </a:dk1>
    <a:lt1>
      <a:sysClr val="window" lastClr="FFFFFF"/>
    </a:lt1>
    <a:dk2>
      <a:srgbClr val="344068"/>
    </a:dk2>
    <a:lt2>
      <a:srgbClr val="D9E0E6"/>
    </a:lt2>
    <a:accent1>
      <a:srgbClr val="1CADE4"/>
    </a:accent1>
    <a:accent2>
      <a:srgbClr val="2683C6"/>
    </a:accent2>
    <a:accent3>
      <a:srgbClr val="28C4CC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340</Words>
  <Application>Microsoft Office PowerPoint</Application>
  <PresentationFormat>On-screen Show (4:3)</PresentationFormat>
  <Paragraphs>43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Shield Insurance - Customer &amp; Revenue Insights</vt:lpstr>
      <vt:lpstr>Executive Summary</vt:lpstr>
      <vt:lpstr>City-Wise Performance</vt:lpstr>
      <vt:lpstr>Age Group Analysis</vt:lpstr>
      <vt:lpstr>Sales Mode Analysis</vt:lpstr>
      <vt:lpstr>Strategic Recommendations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Bijithkumar</cp:lastModifiedBy>
  <cp:revision>5</cp:revision>
  <dcterms:created xsi:type="dcterms:W3CDTF">2013-01-27T09:14:16Z</dcterms:created>
  <dcterms:modified xsi:type="dcterms:W3CDTF">2025-10-08T20:11:18Z</dcterms:modified>
  <cp:category/>
</cp:coreProperties>
</file>